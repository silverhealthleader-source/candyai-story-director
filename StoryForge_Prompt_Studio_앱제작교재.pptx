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4586e7a587447e" /><Relationship Type="http://schemas.openxmlformats.org/officeDocument/2006/relationships/extended-properties" Target="/docProps/app.xml" Id="R692537a0c2064eea" /><Relationship Type="http://schemas.openxmlformats.org/officeDocument/2006/relationships/officeDocument" Target="/ppt/presentation.xml" Id="R3adbae30d28446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be0845db47487c"/>
  </p:sldMasterIdLst>
  <p:notesMasterIdLst>
    <p:notesMasterId xmlns:r="http://schemas.openxmlformats.org/officeDocument/2006/relationships" r:id="R79032e6b7e72465f"/>
  </p:notesMasterIdLst>
  <p:sldIdLst>
    <p:sldId xmlns:r="http://schemas.openxmlformats.org/officeDocument/2006/relationships" id="256" r:id="Reefdaf461bb345b0"/>
    <p:sldId xmlns:r="http://schemas.openxmlformats.org/officeDocument/2006/relationships" id="257" r:id="R59d68d3abde540a5"/>
    <p:sldId xmlns:r="http://schemas.openxmlformats.org/officeDocument/2006/relationships" id="258" r:id="R4e90b399c2a14578"/>
    <p:sldId xmlns:r="http://schemas.openxmlformats.org/officeDocument/2006/relationships" id="259" r:id="Rde72e99db0bc44bb"/>
    <p:sldId xmlns:r="http://schemas.openxmlformats.org/officeDocument/2006/relationships" id="260" r:id="Rba8f62f4bd1646fe"/>
    <p:sldId xmlns:r="http://schemas.openxmlformats.org/officeDocument/2006/relationships" id="261" r:id="R559fcfc671684f3d"/>
    <p:sldId xmlns:r="http://schemas.openxmlformats.org/officeDocument/2006/relationships" id="262" r:id="R7ebac5b31bab4a5b"/>
    <p:sldId xmlns:r="http://schemas.openxmlformats.org/officeDocument/2006/relationships" id="263" r:id="R6f14c445d0844ea8"/>
    <p:sldId xmlns:r="http://schemas.openxmlformats.org/officeDocument/2006/relationships" id="264" r:id="Rfcd3f2c328f941c9"/>
    <p:sldId xmlns:r="http://schemas.openxmlformats.org/officeDocument/2006/relationships" id="265" r:id="Rb864503d19024edb"/>
    <p:sldId xmlns:r="http://schemas.openxmlformats.org/officeDocument/2006/relationships" id="266" r:id="R60d2fa0385664f7f"/>
    <p:sldId xmlns:r="http://schemas.openxmlformats.org/officeDocument/2006/relationships" id="267" r:id="R8a4f506308994071"/>
    <p:sldId xmlns:r="http://schemas.openxmlformats.org/officeDocument/2006/relationships" id="268" r:id="R60da70ce4c154e43"/>
    <p:sldId xmlns:r="http://schemas.openxmlformats.org/officeDocument/2006/relationships" id="269" r:id="R98936c4f2e0e43bb"/>
    <p:sldId xmlns:r="http://schemas.openxmlformats.org/officeDocument/2006/relationships" id="270" r:id="Rb38bec8c6d6d4991"/>
    <p:sldId xmlns:r="http://schemas.openxmlformats.org/officeDocument/2006/relationships" id="271" r:id="Ra038b3fc3bf74b97"/>
    <p:sldId xmlns:r="http://schemas.openxmlformats.org/officeDocument/2006/relationships" id="272" r:id="R0046c03778434957"/>
    <p:sldId xmlns:r="http://schemas.openxmlformats.org/officeDocument/2006/relationships" id="273" r:id="R3a7ef22b495e418d"/>
    <p:sldId xmlns:r="http://schemas.openxmlformats.org/officeDocument/2006/relationships" id="274" r:id="Rb94d50bcee1943b9"/>
    <p:sldId xmlns:r="http://schemas.openxmlformats.org/officeDocument/2006/relationships" id="275" r:id="R9c746fce489c4e05"/>
    <p:sldId xmlns:r="http://schemas.openxmlformats.org/officeDocument/2006/relationships" id="276" r:id="R3277a4032b6e4555"/>
    <p:sldId xmlns:r="http://schemas.openxmlformats.org/officeDocument/2006/relationships" id="277" r:id="Rc6ce938f6ca5459a"/>
    <p:sldId xmlns:r="http://schemas.openxmlformats.org/officeDocument/2006/relationships" id="278" r:id="Rb6add3fc1ef848a1"/>
    <p:sldId xmlns:r="http://schemas.openxmlformats.org/officeDocument/2006/relationships" id="279" r:id="Ra7c5e568e9c04829"/>
    <p:sldId xmlns:r="http://schemas.openxmlformats.org/officeDocument/2006/relationships" id="280" r:id="Rf99629d0a322499f"/>
    <p:sldId xmlns:r="http://schemas.openxmlformats.org/officeDocument/2006/relationships" id="281" r:id="R4472141f15914144"/>
    <p:sldId xmlns:r="http://schemas.openxmlformats.org/officeDocument/2006/relationships" id="282" r:id="Rc058fa78f91f452a"/>
    <p:sldId xmlns:r="http://schemas.openxmlformats.org/officeDocument/2006/relationships" id="283" r:id="R805ad1daef6a4dee"/>
    <p:sldId xmlns:r="http://schemas.openxmlformats.org/officeDocument/2006/relationships" id="284" r:id="R23ec936b0f964119"/>
    <p:sldId xmlns:r="http://schemas.openxmlformats.org/officeDocument/2006/relationships" id="285" r:id="Rdc29fe5ca1684e6a"/>
    <p:sldId xmlns:r="http://schemas.openxmlformats.org/officeDocument/2006/relationships" id="286" r:id="Rffbf2d8b299941f7"/>
    <p:sldId xmlns:r="http://schemas.openxmlformats.org/officeDocument/2006/relationships" id="287" r:id="Rc05cadabe6ac4267"/>
    <p:sldId xmlns:r="http://schemas.openxmlformats.org/officeDocument/2006/relationships" id="288" r:id="Rf459b875a2984f59"/>
    <p:sldId xmlns:r="http://schemas.openxmlformats.org/officeDocument/2006/relationships" id="289" r:id="R016ba01942ac41ea"/>
    <p:sldId xmlns:r="http://schemas.openxmlformats.org/officeDocument/2006/relationships" id="290" r:id="Ra9d06beb978a4af5"/>
    <p:sldId xmlns:r="http://schemas.openxmlformats.org/officeDocument/2006/relationships" id="291" r:id="R191b2d77a4ba4b37"/>
    <p:sldId xmlns:r="http://schemas.openxmlformats.org/officeDocument/2006/relationships" id="292" r:id="R9bcf21a0ce9e4d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2733acb18d4fb6" /><Relationship Type="http://schemas.openxmlformats.org/officeDocument/2006/relationships/slideMaster" Target="/ppt/slideMasters/slideMaster1.xml" Id="Raebe0845db47487c" /><Relationship Type="http://schemas.openxmlformats.org/officeDocument/2006/relationships/notesMaster" Target="/ppt/notesMasters/notesMaster1.xml" Id="R79032e6b7e72465f" /><Relationship Type="http://schemas.openxmlformats.org/officeDocument/2006/relationships/presProps" Target="/ppt/presProps.xml" Id="Rd622960a41ae4ffb" /><Relationship Type="http://schemas.openxmlformats.org/officeDocument/2006/relationships/tableStyles" Target="/ppt/tableStyles.xml" Id="R262dddc3dbd3438e" /><Relationship Type="http://schemas.openxmlformats.org/officeDocument/2006/relationships/slide" Target="/ppt/slides/slide1.xml" Id="Reefdaf461bb345b0" /><Relationship Type="http://schemas.openxmlformats.org/officeDocument/2006/relationships/slide" Target="/ppt/slides/slide2.xml" Id="R59d68d3abde540a5" /><Relationship Type="http://schemas.openxmlformats.org/officeDocument/2006/relationships/slide" Target="/ppt/slides/slide3.xml" Id="R4e90b399c2a14578" /><Relationship Type="http://schemas.openxmlformats.org/officeDocument/2006/relationships/slide" Target="/ppt/slides/slide4.xml" Id="Rde72e99db0bc44bb" /><Relationship Type="http://schemas.openxmlformats.org/officeDocument/2006/relationships/slide" Target="/ppt/slides/slide5.xml" Id="Rba8f62f4bd1646fe" /><Relationship Type="http://schemas.openxmlformats.org/officeDocument/2006/relationships/slide" Target="/ppt/slides/slide6.xml" Id="R559fcfc671684f3d" /><Relationship Type="http://schemas.openxmlformats.org/officeDocument/2006/relationships/slide" Target="/ppt/slides/slide7.xml" Id="R7ebac5b31bab4a5b" /><Relationship Type="http://schemas.openxmlformats.org/officeDocument/2006/relationships/slide" Target="/ppt/slides/slide8.xml" Id="R6f14c445d0844ea8" /><Relationship Type="http://schemas.openxmlformats.org/officeDocument/2006/relationships/slide" Target="/ppt/slides/slide9.xml" Id="Rfcd3f2c328f941c9" /><Relationship Type="http://schemas.openxmlformats.org/officeDocument/2006/relationships/slide" Target="/ppt/slides/slide10.xml" Id="Rb864503d19024edb" /><Relationship Type="http://schemas.openxmlformats.org/officeDocument/2006/relationships/slide" Target="/ppt/slides/slide11.xml" Id="R60d2fa0385664f7f" /><Relationship Type="http://schemas.openxmlformats.org/officeDocument/2006/relationships/slide" Target="/ppt/slides/slide12.xml" Id="R8a4f506308994071" /><Relationship Type="http://schemas.openxmlformats.org/officeDocument/2006/relationships/slide" Target="/ppt/slides/slide13.xml" Id="R60da70ce4c154e43" /><Relationship Type="http://schemas.openxmlformats.org/officeDocument/2006/relationships/slide" Target="/ppt/slides/slide14.xml" Id="R98936c4f2e0e43bb" /><Relationship Type="http://schemas.openxmlformats.org/officeDocument/2006/relationships/slide" Target="/ppt/slides/slide15.xml" Id="Rb38bec8c6d6d4991" /><Relationship Type="http://schemas.openxmlformats.org/officeDocument/2006/relationships/slide" Target="/ppt/slides/slide16.xml" Id="Ra038b3fc3bf74b97" /><Relationship Type="http://schemas.openxmlformats.org/officeDocument/2006/relationships/slide" Target="/ppt/slides/slide17.xml" Id="R0046c03778434957" /><Relationship Type="http://schemas.openxmlformats.org/officeDocument/2006/relationships/slide" Target="/ppt/slides/slide18.xml" Id="R3a7ef22b495e418d" /><Relationship Type="http://schemas.openxmlformats.org/officeDocument/2006/relationships/slide" Target="/ppt/slides/slide19.xml" Id="Rb94d50bcee1943b9" /><Relationship Type="http://schemas.openxmlformats.org/officeDocument/2006/relationships/slide" Target="/ppt/slides/slide20.xml" Id="R9c746fce489c4e05" /><Relationship Type="http://schemas.openxmlformats.org/officeDocument/2006/relationships/slide" Target="/ppt/slides/slide21.xml" Id="R3277a4032b6e4555" /><Relationship Type="http://schemas.openxmlformats.org/officeDocument/2006/relationships/slide" Target="/ppt/slides/slide22.xml" Id="Rc6ce938f6ca5459a" /><Relationship Type="http://schemas.openxmlformats.org/officeDocument/2006/relationships/slide" Target="/ppt/slides/slide23.xml" Id="Rb6add3fc1ef848a1" /><Relationship Type="http://schemas.openxmlformats.org/officeDocument/2006/relationships/slide" Target="/ppt/slides/slide24.xml" Id="Ra7c5e568e9c04829" /><Relationship Type="http://schemas.openxmlformats.org/officeDocument/2006/relationships/slide" Target="/ppt/slides/slide25.xml" Id="Rf99629d0a322499f" /><Relationship Type="http://schemas.openxmlformats.org/officeDocument/2006/relationships/slide" Target="/ppt/slides/slide26.xml" Id="R4472141f15914144" /><Relationship Type="http://schemas.openxmlformats.org/officeDocument/2006/relationships/slide" Target="/ppt/slides/slide27.xml" Id="Rc058fa78f91f452a" /><Relationship Type="http://schemas.openxmlformats.org/officeDocument/2006/relationships/slide" Target="/ppt/slides/slide28.xml" Id="R805ad1daef6a4dee" /><Relationship Type="http://schemas.openxmlformats.org/officeDocument/2006/relationships/slide" Target="/ppt/slides/slide29.xml" Id="R23ec936b0f964119" /><Relationship Type="http://schemas.openxmlformats.org/officeDocument/2006/relationships/slide" Target="/ppt/slides/slide30.xml" Id="Rdc29fe5ca1684e6a" /><Relationship Type="http://schemas.openxmlformats.org/officeDocument/2006/relationships/slide" Target="/ppt/slides/slide31.xml" Id="Rffbf2d8b299941f7" /><Relationship Type="http://schemas.openxmlformats.org/officeDocument/2006/relationships/slide" Target="/ppt/slides/slide32.xml" Id="Rc05cadabe6ac4267" /><Relationship Type="http://schemas.openxmlformats.org/officeDocument/2006/relationships/slide" Target="/ppt/slides/slide33.xml" Id="Rf459b875a2984f59" /><Relationship Type="http://schemas.openxmlformats.org/officeDocument/2006/relationships/slide" Target="/ppt/slides/slide34.xml" Id="R016ba01942ac41ea" /><Relationship Type="http://schemas.openxmlformats.org/officeDocument/2006/relationships/slide" Target="/ppt/slides/slide35.xml" Id="Ra9d06beb978a4af5" /><Relationship Type="http://schemas.openxmlformats.org/officeDocument/2006/relationships/slide" Target="/ppt/slides/slide36.xml" Id="R191b2d77a4ba4b37" /><Relationship Type="http://schemas.openxmlformats.org/officeDocument/2006/relationships/slide" Target="/ppt/slides/slide37.xml" Id="R9bcf21a0ce9e4d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9666a449ad4a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8caf828a78471e" /><Relationship Type="http://schemas.openxmlformats.org/officeDocument/2006/relationships/notesMaster" Target="/ppt/notesMasters/notesMaster1.xml" Id="R0b7e71323f944a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59c00029a14c22" /><Relationship Type="http://schemas.openxmlformats.org/officeDocument/2006/relationships/notesMaster" Target="/ppt/notesMasters/notesMaster1.xml" Id="Rdf4ceab9800741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579805133246f0" /><Relationship Type="http://schemas.openxmlformats.org/officeDocument/2006/relationships/notesMaster" Target="/ppt/notesMasters/notesMaster1.xml" Id="R083188ede83a41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3dbe4b75484baa" /><Relationship Type="http://schemas.openxmlformats.org/officeDocument/2006/relationships/notesMaster" Target="/ppt/notesMasters/notesMaster1.xml" Id="R26bf0c85028d48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9944c271db4174" /><Relationship Type="http://schemas.openxmlformats.org/officeDocument/2006/relationships/notesMaster" Target="/ppt/notesMasters/notesMaster1.xml" Id="Rc2005a4d11b440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418c3f1d8643ff" /><Relationship Type="http://schemas.openxmlformats.org/officeDocument/2006/relationships/notesMaster" Target="/ppt/notesMasters/notesMaster1.xml" Id="R621cde7a9a3842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f55e5ce3d048d0" /><Relationship Type="http://schemas.openxmlformats.org/officeDocument/2006/relationships/notesMaster" Target="/ppt/notesMasters/notesMaster1.xml" Id="R9c29c8f57c1743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d4a992440f4ad2" /><Relationship Type="http://schemas.openxmlformats.org/officeDocument/2006/relationships/notesMaster" Target="/ppt/notesMasters/notesMaster1.xml" Id="R3d03404d98f942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1bdcaec4bd4218" /><Relationship Type="http://schemas.openxmlformats.org/officeDocument/2006/relationships/notesMaster" Target="/ppt/notesMasters/notesMaster1.xml" Id="R71a2e54cb5204d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a6c92fe0264cd3" /><Relationship Type="http://schemas.openxmlformats.org/officeDocument/2006/relationships/notesMaster" Target="/ppt/notesMasters/notesMaster1.xml" Id="R0cf2da70dcfa42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68d57ce8f240a4" /><Relationship Type="http://schemas.openxmlformats.org/officeDocument/2006/relationships/notesMaster" Target="/ppt/notesMasters/notesMaster1.xml" Id="R384a8fb28c2144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c3d6a771aa4880" /><Relationship Type="http://schemas.openxmlformats.org/officeDocument/2006/relationships/notesMaster" Target="/ppt/notesMasters/notesMaster1.xml" Id="Rffc6cd6b194442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9b230571034824" /><Relationship Type="http://schemas.openxmlformats.org/officeDocument/2006/relationships/notesMaster" Target="/ppt/notesMasters/notesMaster1.xml" Id="R44577c3cbd5144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49e5a2af014551" /><Relationship Type="http://schemas.openxmlformats.org/officeDocument/2006/relationships/notesMaster" Target="/ppt/notesMasters/notesMaster1.xml" Id="R717ddf083e7843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9be73f3a1774815" /><Relationship Type="http://schemas.openxmlformats.org/officeDocument/2006/relationships/notesMaster" Target="/ppt/notesMasters/notesMaster1.xml" Id="R490519f2fd0e4f1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46f18dc4cb24383" /><Relationship Type="http://schemas.openxmlformats.org/officeDocument/2006/relationships/notesMaster" Target="/ppt/notesMasters/notesMaster1.xml" Id="R29de81c57178441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c4ae9b04bb54bb6" /><Relationship Type="http://schemas.openxmlformats.org/officeDocument/2006/relationships/notesMaster" Target="/ppt/notesMasters/notesMaster1.xml" Id="Ra95b7a00514a4ba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b2c917553f74831" /><Relationship Type="http://schemas.openxmlformats.org/officeDocument/2006/relationships/notesMaster" Target="/ppt/notesMasters/notesMaster1.xml" Id="Raff9c321f2fc44f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452031ee6d5454d" /><Relationship Type="http://schemas.openxmlformats.org/officeDocument/2006/relationships/notesMaster" Target="/ppt/notesMasters/notesMaster1.xml" Id="R11f75f443f6d40b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f9e571f0666476f" /><Relationship Type="http://schemas.openxmlformats.org/officeDocument/2006/relationships/notesMaster" Target="/ppt/notesMasters/notesMaster1.xml" Id="Re60d3992ac0a42c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43e4a9b1467448c" /><Relationship Type="http://schemas.openxmlformats.org/officeDocument/2006/relationships/notesMaster" Target="/ppt/notesMasters/notesMaster1.xml" Id="R84b250fd071f4ed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14418df77334a51" /><Relationship Type="http://schemas.openxmlformats.org/officeDocument/2006/relationships/notesMaster" Target="/ppt/notesMasters/notesMaster1.xml" Id="R29cd658a0b3447f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cc5525379274ee5" /><Relationship Type="http://schemas.openxmlformats.org/officeDocument/2006/relationships/notesMaster" Target="/ppt/notesMasters/notesMaster1.xml" Id="R7eeb7d0adc56458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2cbe1d9007d4fa3" /><Relationship Type="http://schemas.openxmlformats.org/officeDocument/2006/relationships/notesMaster" Target="/ppt/notesMasters/notesMaster1.xml" Id="R2aaad12429194f5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7393e6446e94876" /><Relationship Type="http://schemas.openxmlformats.org/officeDocument/2006/relationships/notesMaster" Target="/ppt/notesMasters/notesMaster1.xml" Id="R3b680ee1c8154cd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a5405f296574166" /><Relationship Type="http://schemas.openxmlformats.org/officeDocument/2006/relationships/notesMaster" Target="/ppt/notesMasters/notesMaster1.xml" Id="R76f0af4f44fb428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1c89311630f4502" /><Relationship Type="http://schemas.openxmlformats.org/officeDocument/2006/relationships/notesMaster" Target="/ppt/notesMasters/notesMaster1.xml" Id="Recf4329db02142c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0ab5d20102b4583" /><Relationship Type="http://schemas.openxmlformats.org/officeDocument/2006/relationships/notesMaster" Target="/ppt/notesMasters/notesMaster1.xml" Id="R92ce573e398143f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38217e4fc42426c" /><Relationship Type="http://schemas.openxmlformats.org/officeDocument/2006/relationships/notesMaster" Target="/ppt/notesMasters/notesMaster1.xml" Id="Rb188d99a4cac4eb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4863ad006894b27" /><Relationship Type="http://schemas.openxmlformats.org/officeDocument/2006/relationships/notesMaster" Target="/ppt/notesMasters/notesMaster1.xml" Id="Rb7621e2b9e4141f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4ca9e1ba977454a" /><Relationship Type="http://schemas.openxmlformats.org/officeDocument/2006/relationships/notesMaster" Target="/ppt/notesMasters/notesMaster1.xml" Id="Rcf8327c6dbed4f9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8cca77ff4d641d5" /><Relationship Type="http://schemas.openxmlformats.org/officeDocument/2006/relationships/notesMaster" Target="/ppt/notesMasters/notesMaster1.xml" Id="Rabbde0915b80434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25808cb58474f4a" /><Relationship Type="http://schemas.openxmlformats.org/officeDocument/2006/relationships/notesMaster" Target="/ppt/notesMasters/notesMaster1.xml" Id="R9dbfadc90e48472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b7393a23211430e" /><Relationship Type="http://schemas.openxmlformats.org/officeDocument/2006/relationships/notesMaster" Target="/ppt/notesMasters/notesMaster1.xml" Id="R1a8f413c31ce481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557d7708ec34a51" /><Relationship Type="http://schemas.openxmlformats.org/officeDocument/2006/relationships/notesMaster" Target="/ppt/notesMasters/notesMaster1.xml" Id="Rd547245b8f5f41d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7c4e7c9f2ee4ec2" /><Relationship Type="http://schemas.openxmlformats.org/officeDocument/2006/relationships/notesMaster" Target="/ppt/notesMasters/notesMaster1.xml" Id="R64778369ea424e9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455df2c30524a68" /><Relationship Type="http://schemas.openxmlformats.org/officeDocument/2006/relationships/notesMaster" Target="/ppt/notesMasters/notesMaster1.xml" Id="R19d3d79f841148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표지. 최종 배포 URL과 교재 목적을 제시한다.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교재의 최종 산출물을 명확히 보여준다.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우리가 만든 앱은 생성기가 아니라 프롬프트 제작 앱입니다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과제 조건과 앱 기능은 이렇게 연결됩니다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프로젝트 구조를 먼저 확인합니다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VS Code에서 프로젝트 폴더를 여는 단계.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PowerShell에서 기본 구조를 만드는 명령.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HTML에는 메뉴와 다섯 개의 주요 섹션을 둡니다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CSS는 2D 입체 버튼과 모바일 반응형을 담당합니다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JavaScript는 앱의 대부분의 상호작용을 처리합니다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API는 OpenAI와 Vercel 배포를 연결합니다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키 보안 안내.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localhost 연결 거부 오류와 해결 흐름.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처음 요청에서 추가된 핵심 기능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파일 이동과 로컬 실행 안내도 함께 진행했습니다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프롬프트 앱의 방향을 다시 바로잡았습니다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복사 버튼과 도구별 아코디언을 보강했습니다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브랜딩과 모바일 UI도 여러 번 다듬었습니다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프롬프트 품질과 입력 옵션을 확장했습니다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음악 프롬프트 기능도 별도 제작 도구처럼 확장했습니다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분야별 랜덤 예시 버튼을 계속 추가했습니다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결과 품질 오류를 보고 수정했습니다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 업로드에서 실제로 겪은 오타와 해결법.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non-fast-forward push rejection 해결.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캡쳐 폴더 업로드 문제와 해결.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Vercel GitHub 연결 단계.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Vercel 환경 변수 안내.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Vercel 배포 오류도 차례대로 해결했습니다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Vercel rewrites 최종 코드 기록.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스마트폰 확인 절차.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제출 캡쳐 1차 목록.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추가 제출 캡쳐 목록과 마크다운 제목.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README 필수 항목.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기획서에는 평가 기준을 직접 매핑합니다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제출 직전 체크리스트.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대화에서 발생한 주요 오류와 해결법.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 행동. 교재를 따라 현재 앱 완성 상태까지 도달한다.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이 대화의 사용자 요구사항, 앱 프로젝트 파일, Git/Vercel 진행 기록.</a:t>
            </a:r>
          </a:p>
          <a:p xmlns:a="http://schemas.openxmlformats.org/drawingml/2006/main">
            <a:r>
              <a:t>- No external web source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9d2528e73640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24eb19b19645da" /><Relationship Type="http://schemas.openxmlformats.org/officeDocument/2006/relationships/slideLayout" Target="/ppt/slideLayouts/slideLayout1.xml" Id="R9b5ca470c0704d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5ca470c0704d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c3fc9e5044986" /><Relationship Type="http://schemas.openxmlformats.org/officeDocument/2006/relationships/image" Target="/ppt/media/image.png" Id="R71e3b8c4fb544942" /><Relationship Type="http://schemas.openxmlformats.org/officeDocument/2006/relationships/notesSlide" Target="/ppt/notesSlides/notesSlide1.xml" Id="R3dcd91f91da249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66e61f78946ad" /><Relationship Type="http://schemas.openxmlformats.org/officeDocument/2006/relationships/notesSlide" Target="/ppt/notesSlides/notesSlide2.xml" Id="R0a2445b37db349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3db527c3d42b6" /><Relationship Type="http://schemas.openxmlformats.org/officeDocument/2006/relationships/notesSlide" Target="/ppt/notesSlides/notesSlide3.xml" Id="R1f92957954f04e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573d941a94cac" /><Relationship Type="http://schemas.openxmlformats.org/officeDocument/2006/relationships/notesSlide" Target="/ppt/notesSlides/notesSlide4.xml" Id="R8ffdcca5381248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01574fe2f421c" /><Relationship Type="http://schemas.openxmlformats.org/officeDocument/2006/relationships/notesSlide" Target="/ppt/notesSlides/notesSlide5.xml" Id="R563a9a4ab9804c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3f8b1360d4d91" /><Relationship Type="http://schemas.openxmlformats.org/officeDocument/2006/relationships/notesSlide" Target="/ppt/notesSlides/notesSlide6.xml" Id="R46a1d1c783eb4f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985b8151c4f75" /><Relationship Type="http://schemas.openxmlformats.org/officeDocument/2006/relationships/notesSlide" Target="/ppt/notesSlides/notesSlide7.xml" Id="Rf4140f559ad74c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c561886d24910" /><Relationship Type="http://schemas.openxmlformats.org/officeDocument/2006/relationships/notesSlide" Target="/ppt/notesSlides/notesSlide8.xml" Id="Raff9e9cfb10c4b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758daaf3f4184" /><Relationship Type="http://schemas.openxmlformats.org/officeDocument/2006/relationships/notesSlide" Target="/ppt/notesSlides/notesSlide9.xml" Id="R9a1ef912ecf14d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dae200ae047b6" /><Relationship Type="http://schemas.openxmlformats.org/officeDocument/2006/relationships/notesSlide" Target="/ppt/notesSlides/notesSlide10.xml" Id="Rfbe515b82cc247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86d303a944a00" /><Relationship Type="http://schemas.openxmlformats.org/officeDocument/2006/relationships/notesSlide" Target="/ppt/notesSlides/notesSlide11.xml" Id="Rcbc6120344e447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06b5238624bc7" /><Relationship Type="http://schemas.openxmlformats.org/officeDocument/2006/relationships/notesSlide" Target="/ppt/notesSlides/notesSlide12.xml" Id="Ref6fa587720a45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3768b5b984ba8" /><Relationship Type="http://schemas.openxmlformats.org/officeDocument/2006/relationships/notesSlide" Target="/ppt/notesSlides/notesSlide13.xml" Id="R38a8386477b047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42d6d13004fe2" /><Relationship Type="http://schemas.openxmlformats.org/officeDocument/2006/relationships/notesSlide" Target="/ppt/notesSlides/notesSlide14.xml" Id="Rcbe35fe6c2004c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4cd4286b64d01" /><Relationship Type="http://schemas.openxmlformats.org/officeDocument/2006/relationships/notesSlide" Target="/ppt/notesSlides/notesSlide15.xml" Id="Raded68ec99d443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42b423085434d" /><Relationship Type="http://schemas.openxmlformats.org/officeDocument/2006/relationships/notesSlide" Target="/ppt/notesSlides/notesSlide16.xml" Id="R232b0f1940064d5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8d3c7a0984517" /><Relationship Type="http://schemas.openxmlformats.org/officeDocument/2006/relationships/notesSlide" Target="/ppt/notesSlides/notesSlide17.xml" Id="R6b2bd648f174411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51a004f36473c" /><Relationship Type="http://schemas.openxmlformats.org/officeDocument/2006/relationships/notesSlide" Target="/ppt/notesSlides/notesSlide18.xml" Id="Reaec1d9be4714fe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bb1c0420e45ca" /><Relationship Type="http://schemas.openxmlformats.org/officeDocument/2006/relationships/notesSlide" Target="/ppt/notesSlides/notesSlide19.xml" Id="Rcb25cff0c3fc47a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89995bae245a7" /><Relationship Type="http://schemas.openxmlformats.org/officeDocument/2006/relationships/notesSlide" Target="/ppt/notesSlides/notesSlide20.xml" Id="R20eb81ab7060430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5726808e341d7" /><Relationship Type="http://schemas.openxmlformats.org/officeDocument/2006/relationships/notesSlide" Target="/ppt/notesSlides/notesSlide21.xml" Id="R2c7204d5a9c64ba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ecc26b0ff494e" /><Relationship Type="http://schemas.openxmlformats.org/officeDocument/2006/relationships/notesSlide" Target="/ppt/notesSlides/notesSlide22.xml" Id="Ra5ee3682b846482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394a6b4e7437d" /><Relationship Type="http://schemas.openxmlformats.org/officeDocument/2006/relationships/notesSlide" Target="/ppt/notesSlides/notesSlide23.xml" Id="Rccc2329cb6bd41c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869227e334cc5" /><Relationship Type="http://schemas.openxmlformats.org/officeDocument/2006/relationships/notesSlide" Target="/ppt/notesSlides/notesSlide24.xml" Id="R831ea432f3eb441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b79e4551d4362" /><Relationship Type="http://schemas.openxmlformats.org/officeDocument/2006/relationships/notesSlide" Target="/ppt/notesSlides/notesSlide25.xml" Id="R515b2c2ced3948f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04f92bfbd4abc" /><Relationship Type="http://schemas.openxmlformats.org/officeDocument/2006/relationships/notesSlide" Target="/ppt/notesSlides/notesSlide26.xml" Id="R8661a11de78449b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093f765184470" /><Relationship Type="http://schemas.openxmlformats.org/officeDocument/2006/relationships/notesSlide" Target="/ppt/notesSlides/notesSlide27.xml" Id="R810bd547787f458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a360692524cdb" /><Relationship Type="http://schemas.openxmlformats.org/officeDocument/2006/relationships/notesSlide" Target="/ppt/notesSlides/notesSlide28.xml" Id="R7db5c7be3113488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4c020a22246ea" /><Relationship Type="http://schemas.openxmlformats.org/officeDocument/2006/relationships/notesSlide" Target="/ppt/notesSlides/notesSlide29.xml" Id="R5d9374c6184945b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b7874851c446a" /><Relationship Type="http://schemas.openxmlformats.org/officeDocument/2006/relationships/notesSlide" Target="/ppt/notesSlides/notesSlide30.xml" Id="Rbd22a594965b4d0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99d0edfe84b76" /><Relationship Type="http://schemas.openxmlformats.org/officeDocument/2006/relationships/notesSlide" Target="/ppt/notesSlides/notesSlide31.xml" Id="R10ea787445bb444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2d314dc1e4b50" /><Relationship Type="http://schemas.openxmlformats.org/officeDocument/2006/relationships/notesSlide" Target="/ppt/notesSlides/notesSlide32.xml" Id="Rfb94df4f01e842a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30c836da84dcf" /><Relationship Type="http://schemas.openxmlformats.org/officeDocument/2006/relationships/notesSlide" Target="/ppt/notesSlides/notesSlide33.xml" Id="Rf7dd69055e9443b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3d5e26b5b4991" /><Relationship Type="http://schemas.openxmlformats.org/officeDocument/2006/relationships/notesSlide" Target="/ppt/notesSlides/notesSlide34.xml" Id="R57487af21d8746a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f99ede168427a" /><Relationship Type="http://schemas.openxmlformats.org/officeDocument/2006/relationships/notesSlide" Target="/ppt/notesSlides/notesSlide35.xml" Id="R032dfc16c3bc428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d5d484c7a4d5a" /><Relationship Type="http://schemas.openxmlformats.org/officeDocument/2006/relationships/notesSlide" Target="/ppt/notesSlides/notesSlide36.xml" Id="Reb1e6d5344d7447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15692da4f417f" /><Relationship Type="http://schemas.openxmlformats.org/officeDocument/2006/relationships/notesSlide" Target="/ppt/notesSlides/notesSlide37.xml" Id="Rfaa17333996b46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3b8c4fb544942"/>
          <a:stretch xmlns:a="http://schemas.openxmlformats.org/drawingml/2006/main"/>
        </p:blipFill>
        <p:spPr>
          <a:xfrm xmlns:a="http://schemas.openxmlformats.org/drawingml/2006/main">
            <a:off x="704850" y="704850"/>
            <a:ext cx="1219200" cy="1219200"/>
          </a:xfrm>
          <a:prstGeom xmlns:a="http://schemas.openxmlformats.org/drawingml/2006/main" prst="roundRect">
            <a:avLst>
              <a:gd name="adj" fmla="val 9375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FAB49-E3F3-4699-BC9B-7FF79EA7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80010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F2933"/>
                </a:solidFill>
              </a:defRPr>
            </a:pPr>
            <a:r>
              <a:rPr sz="4050" b="1">
                <a:solidFill>
                  <a:srgbClr val="1F2933"/>
                </a:solidFill>
              </a:rPr>
              <a:t>StoryForge Prompt Studio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BB0AF-0691-4595-930F-3A684097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5621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6157"/>
                </a:solidFill>
              </a:defRPr>
            </a:pPr>
            <a:r>
              <a:rPr sz="2175" b="1">
                <a:solidFill>
                  <a:srgbClr val="006157"/>
                </a:solidFill>
              </a:rPr>
              <a:t>이미지·영상 생성 프롬프트 작성 앱 제작 교재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506EE-835A-422E-81DC-C5A5773C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1038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A7A"/>
                </a:solidFill>
              </a:defRPr>
            </a:pPr>
            <a:r>
              <a:rPr sz="1875" b="0">
                <a:solidFill>
                  <a:srgbClr val="687A7A"/>
                </a:solidFill>
              </a:rPr>
              <a:t>VS Code에서 폴더 열기부터 GitHub 업로드, Vercel 배포, 스마트폰 확인, 제출 캡쳐까지 차례대로 따라 하는 실습용 PPTX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E6000-C6A4-4447-A4C3-F5AE9DD0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DB6A7"/>
          </a:solidFill>
          <a:ln xmlns:a="http://schemas.openxmlformats.org/drawingml/2006/main" w="0">
            <a:solidFill>
              <a:srgbClr val="BDB6A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DF054-C2A6-430A-8FA6-14F2105B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897B"/>
          </a:solidFill>
          <a:ln xmlns:a="http://schemas.openxmlformats.org/drawingml/2006/main" w="13335">
            <a:solidFill>
              <a:srgbClr val="0061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7E167-AC71-45CD-82F6-8B75F191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웹 앱 URL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A553F-F0FD-471A-9655-C3625B2A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624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</a:defRPr>
            </a:pPr>
            <a:r>
              <a:rPr sz="1800" b="1">
                <a:solidFill>
                  <a:srgbClr val="1F2933"/>
                </a:solidFill>
              </a:rPr>
              <a:t>https://candyai-story-director-seven.vercel.app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80BFC-6B93-4916-8962-8AA4B5E7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1344B-A2CE-47F6-971B-642D221D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5757850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470C8D-563F-44B6-B598-42740220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학습 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397BF-6BC1-4819-A041-197EB83E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교재를 끝까지 따라 하면 완성되는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F224B-9001-4E04-A4C8-58D17FB7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79170-4ECE-4299-99ED-146DDCDC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3333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BDB6A7"/>
          </a:solidFill>
          <a:ln xmlns:a="http://schemas.openxmlformats.org/drawingml/2006/main" w="0">
            <a:solidFill>
              <a:srgbClr val="BDB6A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BD7BA-6F39-482D-950F-09EB3ECC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3333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D8D0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EBC2F-46D8-4F06-87C2-E4421B75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288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84632"/>
                </a:solidFill>
              </a:defRPr>
            </a:pPr>
            <a:r>
              <a:rPr sz="3000" b="1">
                <a:solidFill>
                  <a:srgbClr val="C84632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B572A-6520-41D1-83B4-D23049F5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85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3"/>
                </a:solidFill>
              </a:defRPr>
            </a:pPr>
            <a:r>
              <a:rPr sz="1875" b="1">
                <a:solidFill>
                  <a:srgbClr val="1F2933"/>
                </a:solidFill>
              </a:rPr>
              <a:t>프롬프트 앱 완성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CE22F-1EA1-4653-8BEA-B086DF18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A7A"/>
                </a:solidFill>
              </a:defRPr>
            </a:pPr>
            <a:r>
              <a:rPr sz="1350" b="0">
                <a:solidFill>
                  <a:srgbClr val="687A7A"/>
                </a:solidFill>
              </a:rPr>
              <a:t>이미지·영상 프롬프트, 스토리보드, 캐릭터 시트, 수노 음악 프롬프트를 생성합니다.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1F93C-E998-45DE-BA37-9626F580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04975"/>
            <a:ext cx="3333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BDB6A7"/>
          </a:solidFill>
          <a:ln xmlns:a="http://schemas.openxmlformats.org/drawingml/2006/main" w="0">
            <a:solidFill>
              <a:srgbClr val="BDB6A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769AB-73D6-4DC1-B2AE-4EBBA7AF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38300"/>
            <a:ext cx="3333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D8D0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74B61-7B56-449F-9B12-65DBE242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8288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84632"/>
                </a:solidFill>
              </a:defRPr>
            </a:pPr>
            <a:r>
              <a:rPr sz="3000" b="1">
                <a:solidFill>
                  <a:srgbClr val="C84632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9408D-6A4A-4176-A708-C7457E36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885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3"/>
                </a:solidFill>
              </a:defRPr>
            </a:pPr>
            <a:r>
              <a:rPr sz="1875" b="1">
                <a:solidFill>
                  <a:srgbClr val="1F2933"/>
                </a:solidFill>
              </a:rPr>
              <a:t>AI API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06B7C-236D-49A0-ADB0-7E887016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00300"/>
            <a:ext cx="270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A7A"/>
                </a:solidFill>
              </a:defRPr>
            </a:pPr>
            <a:r>
              <a:rPr sz="1350" b="0">
                <a:solidFill>
                  <a:srgbClr val="687A7A"/>
                </a:solidFill>
              </a:rPr>
              <a:t>프론트에서 fetch로 Python Serverless Function을 호출하고 결과를 화면에 표시합니다.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40605-149B-4D4D-B0B7-78DD83B9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04975"/>
            <a:ext cx="3333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BDB6A7"/>
          </a:solidFill>
          <a:ln xmlns:a="http://schemas.openxmlformats.org/drawingml/2006/main" w="0">
            <a:solidFill>
              <a:srgbClr val="BDB6A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D8FAA-2D02-4EA3-8715-D4DC581E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38300"/>
            <a:ext cx="3333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D8D0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0A05D-6713-4C10-8421-848E3B80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288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84632"/>
                </a:solidFill>
              </a:defRPr>
            </a:pPr>
            <a:r>
              <a:rPr sz="3000" b="1">
                <a:solidFill>
                  <a:srgbClr val="C84632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4937BB-8C93-4CD0-82DE-A59F3C54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3"/>
                </a:solidFill>
              </a:defRPr>
            </a:pPr>
            <a:r>
              <a:rPr sz="1875" b="1">
                <a:solidFill>
                  <a:srgbClr val="1F2933"/>
                </a:solidFill>
              </a:rPr>
              <a:t>제출 패키지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02FC55-D2A8-4AA2-B307-4D12FC9C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270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A7A"/>
                </a:solidFill>
              </a:defRPr>
            </a:pPr>
            <a:r>
              <a:rPr sz="1350" b="0">
                <a:solidFill>
                  <a:srgbClr val="687A7A"/>
                </a:solidFill>
              </a:rPr>
              <a:t>GitHub 저장소, Vercel URL, README, 기획서, 증빙 캡쳐를 준비합니다.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12556-B4F6-48B8-98B5-A3A0931C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• 사용자는 VS Code 명령을 순서대로 입력하면 됩니다.</a:t>
            </a:r>
          </a:p>
          <a:p xmlns:a="http://schemas.openxmlformats.org/drawingml/2006/main">
            <a:pPr algn="l"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• 실제 대화에서 발생한 오류와 해결 방법도 그대로 포함했습니다.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52FC89-4C09-42DF-89B8-402DEC23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4F1996-2333-4A98-975A-A4F377F4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8782495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A0709-905A-41E8-AC58-C6A08846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앱 정의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D0CE7-7FFE-43BE-9F26-0F655EB7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우리가 만든 앱은 생성기가 아니라 프롬프트 제작 앱입니다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F46BB-F4DC-4D45-B2D2-FC03011B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87D08-E87E-4472-9D3C-42D4C52A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이미지와 영상을 앱 안에서 직접 만들지 않습니다.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FLOW, Midjourney, Kling, HeyGen에 붙여 넣을 전문 프롬프트를 만듭니다.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영상 스토리보드, 이미지 프롬프트, 영상 프롬프트, 캐릭터 시트 생성 프롬프트를 함께 만듭니다.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Suno용 음악 스타일과 필요 시 영어/한국어 가사도 함께 만듭니다.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모든 결과는 복사 버튼과 아코디언으로 편하게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2AB60-00D8-43D1-9C80-90EF34E6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0FB35-710F-489D-B88A-709DF1B4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488146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91279-5D67-4C8C-8FE6-234BE5A4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제출 기준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CBA53-42AC-4638-8BCB-FFADC7CE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과제 조건과 앱 기능은 이렇게 연결됩니다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2AEB9-40DF-4EEB-8184-2F9BDB52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80C29-9449-4DE1-A6DA-537FBCD7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배포된 웹 서비스: Vercel URL로 누구나 접속 가능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3개 이상 섹션: 프롬프트 작성, 스토리보드, 캐릭터시트, 프롬프트, 음악 프롬프트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반응형: 데스크톱과 스마트폰 화면에서 버튼과 입력폼이 깨지지 않음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AI API 기능: 입력값을 받아 OpenAI API 결과를 화면에 표시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프론트/백엔드 분리: index.html, css, js, api 폴더 구조 사용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1E411-769E-4D15-98BB-7331A123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2AD28-546D-40C1-AA85-D5029D3C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0134409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CFAEB-A5AA-45C8-B5F7-C05100F5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폴더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C4B7D-9047-45A9-93A8-99575D21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최종 프로젝트 구조를 먼저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56DAD-772B-4FF9-8F0D-8649C798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EDA39-BDAD-450B-834E-740A3DF2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index.html: 화면 뼈대와 섹션 배치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css/styles.css: 색상, 버튼, 반응형, 아코디언 디자인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js/app.js: 입력값 수집, 예시 채우기, 결과 렌더링, 복사/수정 버튼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api/index.py: Vercel Python API와 OpenAI 호출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README.md와 docs/service_plan.md: 제출용 설명 문서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7E5DD-0C08-437C-BFF8-D2286CCA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D80B5-F5A1-43F3-8ECA-21D9022E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4233477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CA973-57E9-458F-8E4C-D5E37E91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실습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E234A-C7AE-469D-8467-E929F9C7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VS Code에서 폴더를 여는 첫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38174-271E-4A27-8F84-0E1244E2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0DDBC-06FF-4745-8E0E-8086BEDA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028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1. VS Code를 실행합니다.</a:t>
            </a:r>
          </a:p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2. 왼쪽 위 File을 누릅니다.</a:t>
            </a:r>
          </a:p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3. Open Folder...를 누릅니다.</a:t>
            </a:r>
          </a:p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4. F:\codyssey\hw_A\candyai-story-director 폴더를 선택합니다.</a:t>
            </a:r>
          </a:p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5. 왼쪽 탐색기에 index.html, css, js, api, docs가 보이면 성공입니다.</a:t>
            </a:r>
          </a:p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6. Terminal &gt; New Terminal을 눌러 아래쪽 터미널을 엽니다.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3A9A8-2779-41A4-A510-D066A9CC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10287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13335">
            <a:solidFill>
              <a:srgbClr val="C7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18AE5-B040-43C9-865A-536FAA92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14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터미널 위치 확인 예시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PS F:\codyssey\hw_A\candyai-story-director&gt;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D8EC7-C5BD-42D3-AA78-6041B7B5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32401-4D43-4F15-9A20-925DA992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0438008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88A4A-D613-41A7-8EB4-A0793499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실습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1E50C-B97D-4125-B453-D0352965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새로 만들 때 입력하는 기본 폴더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E6F03-F9A8-4450-A32C-6270BB2E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60196-6D9F-46E9-AB9E-F55E14A9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A7A"/>
                </a:solidFill>
              </a:defRPr>
            </a:pPr>
            <a:r>
              <a:rPr sz="1650" b="0">
                <a:solidFill>
                  <a:srgbClr val="687A7A"/>
                </a:solidFill>
              </a:rPr>
              <a:t>이미 프로젝트가 있다면 이 슬라이드는 확인만 합니다. 처음부터 만드는 경우에만 입력합니다.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B5EF7-B95C-42AC-8124-623B032D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10287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13335">
            <a:solidFill>
              <a:srgbClr val="C7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97CB7-61AB-4839-9674-37C4A061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mkdir F:\codyssey\hw_A\candyai-story-director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cd F:\codyssey\hw_A\candyai-story-director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mkdir css js api images docs screenshots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ni index.html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ni css\styles.css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ni js\app.js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ni api\index.py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ni README.md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ni docs\service_plan.md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ni requirements.txt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ni vercel.json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ni .env.example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ni .gitignore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8BA2C-6C33-4827-9843-18079572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E1936-7BF6-40BF-A578-74D6546D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0505078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10AD6-1E17-49E2-B4C2-8070FB19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코드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72D7A-4A3D-46B5-AED1-37CEACB1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HTML에는 메뉴와 다섯 개의 주요 섹션을 둡니다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C6B6E-1A5C-4904-8679-6FF4BE08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57B0E-4DAA-4B9D-ACF6-6C0C2E03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상단 메뉴: 프롬프트 작성, 스토리보드, 캐릭터시트, 프롬프트, 음악 프롬프트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홈 섹션: 앱 이름과 시작 버튼, 도구별 아코디언 미리보기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입력 섹션: 스토리 내용, 인물 메모, 레퍼런스 이미지, 스타일, 장면 수, 영상 길이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결과 섹션: 스토리보드 → 프롬프트[이미지/영상] → 음악 프롬프트 순서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과제 제출 안내 버튼은 배포 앱 UI에서 삭제했습니다.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BAAAC-641F-4640-8551-13296455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3161D-7F54-4264-B094-C1EF7390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002683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7D63-13FC-4AF8-8B39-456BE6CA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코드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A37DC-33E2-4A3D-8A1C-1450AF34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CSS는 2D 입체 버튼과 모바일 반응형을 담당합니다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3083A-4801-45A2-9390-E973C06E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70891-0B60-4E66-B5BB-04B6E3E2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모든 주요 버튼은 흰색/민트색 바탕과 아래 그림자로 2D 입체 느낌을 만듭니다.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데스크톱에서는 버튼이 한 줄에 정리되고, 모바일에서는 5개 버튼이 같은 규격으로 맞춰집니다.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스마트폰 제목은 '이미지·영상 생성'과 '프롬프트 작성 앱'으로 줄을 나누었습니다.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결과 안내 문구는 점선 안내 박스 대신 굵은 2D 블록으로 바꾸었습니다.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음악 버튼, 분야별 예시 버튼, 도구별 버튼도 같은 규격으로 정리했습니다.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20F0A-4E40-4CB0-A39F-9338CCD2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F09DA-EC1D-46CB-8850-768ADF20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9621021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B096C-C680-44DA-B58B-4E1BF8B7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코드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96BF7-8773-47C8-B0C6-02FAF13C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JavaScript는 앱의 대부분의 상호작용을 처리합니다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E4576-D863-41B1-A806-AB01D579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65448-1106-4C4F-9370-48FDFF85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예시 채우기 버튼은 동화, 다큐, 전통, 환경, 과학, 문화, 역사, 생활, 교육, 종교, 기독교, 불교 등 분야별 랜덤 예시를 넣습니다.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장면 수는 3장면부터 50장면까지 선택하거나 직접 입력할 수 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영상 길이는 6초부터 3분까지 선택하거나 직접 입력할 수 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레퍼런스 이미지는 최대 5개까지 선택하고, 업로드 후 삭제 버튼으로 제거할 수 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스토리보드와 프롬프트에는 연필 버튼을 두어 직접 수정할 수 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7EB35-0099-4D0F-A1CA-5A921D2A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00588-E4CC-452F-8AF3-7D8D2DA6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8083575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5444E-5672-4128-AFBB-B1474340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코드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B18B0-09E4-41F8-8EB5-B3E45FFF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Python API는 OpenAI와 Vercel 배포를 연결합니다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9137D-F0BF-41B0-B047-D4A5CCDB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BD1C8-F40D-439B-82E3-39A63418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프론트는 fetch('/api/generate')로 JSON을 보냅니다.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api/index.py는 POST 요청을 받아 OpenAI API에 전달합니다.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OPENAI_API_KEY는 코드에 쓰지 않고 Vercel 환경 변수에만 저장합니다.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OPENAI_MODEL은 gpt-4.1-mini처럼 환경 변수로 관리합니다.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Vercel에서 root GET 오류가 났기 때문에 do_GET으로 정적 HTML도 처리했습니다.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C36FF-9A0E-4A0D-B002-3729E18D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D12BA-480D-4114-B91F-E09116CF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9128608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615BE-B582-4B7B-8E57-5ADBBA02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보안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01E4E-29A7-4721-BC16-F35E7B1E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환경 변수는 절대 코드에 쓰지 않습니다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7FC1E-AB19-445D-BA58-BA372B2B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4DB6A-64AA-43EF-8082-C0D46DD3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1028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13335">
            <a:solidFill>
              <a:srgbClr val="C7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05BAE-44DE-4962-88EB-FF3B3444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6690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.env.example 파일 내용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OPENAI_API_KEY=your_openai_api_key_here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OPENAI_MODEL=gpt-4.1-mini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CE4C2-5DC4-410D-A491-70EA1698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• OpenAI API 키는 과금과 연결되므로 GitHub에 올리면 안 됩니다.</a:t>
            </a:r>
          </a:p>
          <a:p xmlns:a="http://schemas.openxmlformats.org/drawingml/2006/main">
            <a:pPr algn="l"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• Vercel 대시보드의 Environment Variables에 실제 키를 넣습니다.</a:t>
            </a:r>
          </a:p>
          <a:p xmlns:a="http://schemas.openxmlformats.org/drawingml/2006/main">
            <a:pPr algn="l"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• .gitignore에는 .env가 포함되어 있어야 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F7D78-E1DC-4B4E-A87D-EBCF178F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0070E-C9EE-433A-A470-27383085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5071436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E45AB-556C-4AF8-AB83-78C24251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실습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1C1CF-E148-499B-8DC2-1620420D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로컬에서 HTML을 확인하는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445E0-450D-40C4-9BD0-3E4FB489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891C7-DB1F-46F2-ACEB-96841EDC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0287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13335">
            <a:solidFill>
              <a:srgbClr val="C7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98F93-0894-4DD1-8FD4-FFC39121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python -m http.server 8000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0F532-8621-4AE3-A6A7-AB16ECDB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</a:defRPr>
            </a:pPr>
            <a:r>
              <a:rPr sz="1800" b="1">
                <a:solidFill>
                  <a:srgbClr val="1F2933"/>
                </a:solidFill>
              </a:rPr>
              <a:t>브라우저 주소창에 입력합니다.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B39C6-BF70-4B2F-B39F-013DD5A6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1028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13335">
            <a:solidFill>
              <a:srgbClr val="C7D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3E4C7-C625-4DFC-80B0-D9A58BE1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http://localhost:8000/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또는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http://localhost:8000/index.html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BB31A-0038-4938-9563-B271195F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ERR_CONNECTION_REFUSED가 나오면 서버가 꺼져 있거나 터미널 위치가 다를 수 있습니다.</a:t>
            </a:r>
          </a:p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서버를 끌 때는 터미널에서 Ctrl + C를 누릅니다.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3B636-8FF4-4675-A480-B0266544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2C2F9-3D46-4AA5-A6CB-267E8DC7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0059985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64B70-7A9B-4543-AD14-18A1920D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대화 기록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D9822-9140-4A76-91ED-173D0831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처음 요청에서 추가된 핵심 기능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A26F1-E864-4086-9658-ABE8E2C1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B82C7-EAAA-486C-9DEA-CAA74E2A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사용자는 영상 스토리보드와 이미지+영상 생성 프롬프트 영문/한국어 병기 앱을 원했습니다.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지원 도구는 FLOW, Midjourney, Kling, HeyGen이고 음악은 Suno 프롬프트가 필요했습니다.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반응형, 블록형, 아코디언형, 동화책 제작급 품질을 요청했습니다.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추가로 캐릭터 일관성 유지를 위한 캐릭터 시트 프롬프트 블록을 요청했습니다.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기획서와 README 수정, VS Code부터 제출 캡쳐까지 상세 안내를 요청했습니다.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DECB5-B860-43B9-B2EA-8DC058E7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AB6CE-08E6-414C-9234-9BDB34C2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9745600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4EA43-67E2-4A03-BA8A-31CB889E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대화 기록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42D4F-932A-4CF2-8562-DDD649BE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파일 이동과 로컬 실행 안내도 함께 진행했습니다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E228D-C388-431D-8DEF-53BF2179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906F0-F2AE-4640-9194-51765A71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원래 폴더를 F:\codyssey\hw_A\candyai-story-director로 옮겨 달라는 요청이 있었습니다.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VS Code에서 폴더를 여는 방법과 GitHub 업로드 순서를 단계별로 안내했습니다.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python -m http.server 8000 실행 뒤 localhost 연결 거부 화면의 원인을 설명했습니다.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과제 제출 버튼과 앱 내부 제출 안내 영역은 배포용 앱에 맞지 않아 삭제했습니다.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최종 결과물 요구사항을 기준으로 배포, 반응형, AI API, GitHub, README, 기획서, 증빙자료를 점검했습니다.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9A232-2B64-4643-B075-D7744249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E7AD3-D2C9-4FF1-A6B6-57C0B658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9176377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C44B2-93FB-45F2-B334-1A08C85E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대화 기록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161A5-1AFC-4379-9161-AA2B3EC0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프롬프트 앱의 방향을 다시 바로잡았습니다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36B8E-FBAB-4EC2-8008-D7A97AC5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33777-DFDE-43D8-A552-C6F7BFB6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사용자는 영상 생성 앱이 아니라 전문 프롬프트 제작 앱이라고 다시 설명했습니다.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앱 설명과 UI 문구에서 실제 생성 버튼처럼 보이는 표현을 줄였습니다.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스토리보드, 프롬프트[이미지/영상], 음악 프롬프트 순서로 결과를 배치했습니다.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장면 수는 10장면 요청 후 다시 50장면까지 확장했습니다.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각 장면에는 씬 번호가 표시되도록 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B678F-E16D-4273-A60B-21E0CF3B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C92E1-AF1F-4600-8B64-360052A0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3133771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1AC98-8FE9-467C-A227-EFB6EDE4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대화 기록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6F6AA-E823-408C-9AE5-72BBDF0C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복사 버튼과 도구별 아코디언을 보강했습니다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7ACDE-825C-4024-8F40-28758CC4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83B35-339B-4711-881A-240B4BFC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처음에는 하단 복사 버튼이 1개만 보여서 각 결과 블록마다 복사 버튼을 추가했습니다.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캐릭터 시트 각 영역에도 복사 버튼을 추가했습니다.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전체 결과 복사를 위한 전체 복사 버튼을 만들었습니다.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FLOW, Midjourney, Kling, HeyGen, Suno 버튼을 누르면 해당 프롬프트가 펼쳐지는 아코디언을 추가했습니다.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모든 버튼은 2D 입체 버튼 형태로 통일했습니다.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B7DD0-10B0-4802-96C7-AD4890AE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E6D8C-2C23-4A40-9D88-398F5231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2140331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A1F65-3C4B-4151-8FF3-C6750D0B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대화 기록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F8D96-31C2-417E-9D1C-BBA18144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브랜딩과 모바일 UI도 여러 번 다듬었습니다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31524-ECC5-43A5-83C6-964330D0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26707-276A-4EBC-BAD8-F3928C3E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상단 SF 로고를 업로드한 Candyaflex 로고 이미지로 교체했습니다.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텍스트형 메뉴 버튼을 2D 입체 버튼으로 바꾸었습니다.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캐릭터시트 버튼 위치를 사용자 눈에 더 자연스러운 순서로 조정했습니다.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스마트폰에서 메뉴 버튼 높이가 서로 달라 보이던 문제를 같은 규격으로 맞췄습니다.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모바일 제목을 '이미지·영상 생성 / 프롬프트 작성 앱' 두 줄로 더 보기 좋게 바꿨습니다.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36D58-19A2-4842-8466-77AF995E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260CD-935B-4EAC-9448-70FA2475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0906553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4391E-CC72-4BC0-8606-C8F9769C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대화 기록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3F687-6C3A-401E-816A-CF447878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프롬프트 품질과 입력 옵션을 확장했습니다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69D45-AFF4-4287-B4D5-12A2D7C5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E80A6-DFC8-4077-936C-4303F8E4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영문 프롬프트에 한글이 섞이지 않도록 영어와 한국어 결과 필드를 분리했습니다.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시각 스타일을 전문 동화책 제작에 맞게 더 다양하게 추가했습니다.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이미지 형식은 JPG, PNG, WebP, GIF, AVIF, HEIC, TIFF, BMP, SVG 등으로 넓혔습니다.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레퍼런스 이미지는 한 번에 최대 5개까지 업로드할 수 있게 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업로드한 레퍼런스 이미지를 다시 삭제할 수 있는 버튼도 추가했습니다.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71612-4914-4DCE-82DA-417EF56B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5582E-2184-4ED7-8507-DB44D07A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28546257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47A51-4DF0-4C9B-8FA9-8963382A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대화 기록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40BEA-4AE7-411E-8DE0-1BF4CF97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음악 프롬프트 기능도 별도 제작 도구처럼 확장했습니다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B0144-8E3C-4574-B481-9EA42565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42D84-60CB-4A45-A2C5-54BE2F2F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Suno 음악 프롬프트를 직접 입력할 수 있는 버튼을 추가했습니다.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음악 스타일 선택을 아코디언 창으로 열고 닫게 만들었습니다.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클래식, K-pop, 국악, 다큐, 재즈, EDM 등 50가지 이상 전문 음악 스타일을 버튼형으로 추가했습니다.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사용자가 별도 음악 프롬프트를 지정하지 않으면 스토리 내용에 맞춰 Suno 스타일과 가사가 자동 생성되게 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사용자가 직접 지정하면 그 지정값을 우선 기준으로 사용합니다.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8634F-26E2-4D91-905E-0736DCE0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12A12-C074-4A97-9C0E-5F6D7E2F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6866547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90D38-A955-462A-B6CA-F784C2CC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대화 기록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4D523-BF3D-4F41-B4A7-C2785008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분야별 랜덤 예시 버튼을 계속 추가했습니다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AC4FE-91A7-433E-B376-A77BBA40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BCC4D-4EC4-44E1-B913-9DDAB8B5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예시 채우기 버튼은 여러 장르 예시가 랜덤으로 채워지도록 바꿨습니다.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동화, 다큐, 전통, 환경, 과학 분야별 예시 버튼을 추가했습니다.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문화, 역사, 생활, 교육, 종교 버튼도 추가했습니다.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기독교, 불교 버튼도 추가했습니다.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광고, 여행, 인터뷰 등 영상 분야 버튼도 추가했습니다.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80D6C-3842-4157-BFAD-D1F993E7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399D4-0288-4C44-AF25-11F74E60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24454986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D61C4-0E60-42FD-BBCC-4B925847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대화 기록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A068C-43FF-456A-9F1D-589880A6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결과 품질 오류를 보고 수정했습니다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0C6C5-70F2-4286-BC90-B3B231D4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DC0F6-106C-4BDA-A235-A69B2A94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프롬프트 테스트에서 가져오기 실패가 나와 로컬 미리보기와 Vercel API 흐름을 분리했습니다.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캐릭터 시트에 주인공만 나오던 문제를 확인하고 등장인물별 시트가 따로 나오도록 수정했습니다.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스토리보드 7씬이 같은 내용으로 반복되던 문제를 장면별 변화가 생기도록 수정했습니다.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어떤 분야를 선택해도 장면 제목이 같던 문제를 분야와 입력 스토리에 따라 달라지게 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앱에 빨간 테두리 안내 메시지가 남지 않도록 제거했습니다.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1F09E-12A1-4DD3-98C9-C03152A3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60003-3103-4ACA-8332-239D8049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3052111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1AE9A-709E-4701-A1F5-6ABA59AE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실습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D727F-1556-4C70-868E-A9D1D9A8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GitHub에 올리는 기본 명령어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B8BAE-7C60-4E0F-9443-78010A0C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E4C1B-F3A3-4255-8346-7FDB87B5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0287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13335">
            <a:solidFill>
              <a:srgbClr val="C7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A87B0-24AD-42AC-9B52-C3FC4324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git init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git add .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git commit -m "feat: complete storyforge prompt studio"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git branch -M main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git remote add origin https://github.com/silverhealthleader-source/candyai-story-director.git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git push -u origin 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40D75-FF1E-4B9F-89A9-73E731E7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git branch -Mmain처럼 붙여 쓰면 오류가 납니다. 반드시 git branch -M main처럼 띄어씁니다.</a:t>
            </a:r>
          </a:p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git add.처럼 붙여 쓰면 오류가 납니다. 반드시 git add .처럼 한 칸 띄웁니다.</a:t>
            </a:r>
          </a:p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• remote origin already exists가 나오면 remote add가 아니라 remote set-url을 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214FF-0382-4062-BA2B-059B8950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7A43C-28DE-49FD-B31D-F0ED8499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9311858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9F446-A83F-42F8-95E1-C7FE1161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오류 해결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FB9BF-6F80-46FA-B501-7BD6FB42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Git 오류가 나왔을 때 바로 입력한 해결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1695E-8B33-41E7-9C7C-1FABFB91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E4042-FD3E-48CF-BAFD-0A9E72BB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0287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13335">
            <a:solidFill>
              <a:srgbClr val="C7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85EB3-E91C-4716-9C4A-D3DCC06C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90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git remote set-url origin https://github.com/silverhealthleader-source/candyai-story-director.git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git pull --rebase origin main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git push -u origin 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29EF8-6028-4153-BBC6-F7BE003C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0287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remote에 README 같은 파일이 먼저 있으면 push가 거절될 수 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그때는 git pull --rebase origin main으로 원격 변경을 먼저 가져옵니다.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그다음 git push -u origin main을 다시 입력하면 업로드됩니다.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최종 확인: GitHub 화면에서 api, css, js, images, index.html, README.md가 보여야 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A5AFC-1E44-4B6A-8098-9615CAF8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0B2E1-D1FC-4317-A754-98AC738F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31933384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74CD0-8378-434F-9003-C14B8760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오류 해결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0E5D8-33F8-47A2-9A30-3D2CE965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AI-3 이미지 캡쳐 폴더 업로드 오류 해결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33C9A-B1DB-4870-938D-7B92AF70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9D128-A5AF-4EA4-85D2-DC573D37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84632"/>
                </a:solidFill>
              </a:defRPr>
            </a:pPr>
            <a:r>
              <a:rPr sz="1725" b="1">
                <a:solidFill>
                  <a:srgbClr val="C84632"/>
                </a:solidFill>
              </a:rPr>
              <a:t>실제 폴더 이름은 AI-3이 아니라 A1-3_이미지캡쳐였습니다. 폴더명은 한 글자라도 다르면 Git이 찾지 못합니다.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3C68D-1CAB-4551-A6B0-8C11BD57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0287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13335">
            <a:solidFill>
              <a:srgbClr val="C7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49F08-ECA9-4C9D-B214-6C9D0557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git add "A1-3_이미지캡쳐"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git commit -m "docs: add submission screenshots"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git push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A9D24-7F1E-4147-9423-5072406C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fatal: pathspec ... did not match any files는 폴더명이나 파일명이 틀렸다는 뜻입니다.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GitHub 화면에 캡쳐 폴더가 보이면 업로드 성공입니다.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1630B-7C24-4B05-BFC5-2F8F089F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E2104-0A5A-480E-A8CF-ACE5316B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49428511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A0975-BA2D-4643-B839-E0DC9A64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실습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95B24-6AF5-4971-A49A-2217819A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Vercel은 Hobby 플랜으로 진행하면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A8CFD-20CB-46A0-88DF-29A35C23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A7B4E-4898-4505-A330-D6B7EA4E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028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1. vercel.com에 접속합니다.</a:t>
            </a:r>
          </a:p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2. GitHub 계정으로 로그인합니다.</a:t>
            </a:r>
          </a:p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3. Hobby 플랜을 선택합니다. 과제용 개인 프로젝트는 보통 무료 Hobby로 충분합니다.</a:t>
            </a:r>
          </a:p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4. Add New 또는 New Project를 누릅니다.</a:t>
            </a:r>
          </a:p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5. GitHub 앱 설치 또는 권한 연결을 요청하면 허용합니다.</a:t>
            </a:r>
          </a:p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6. 저장소 candyai-story-director를 선택하고 Import를 누릅니다.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4B9DA-1276-40BB-AA85-35875D1A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6A157-9833-4D9D-AB2E-7FD18C50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2941654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2E732-2CE6-419C-B713-C22EBD9F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실습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C6255-3238-4B88-B2FD-89FA1FFC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Vercel 환경 변수 설정을 빠뜨리면 AI가 작동하지 않습니다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EC076-1D48-41A3-A76F-E37224C6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34E85-4550-4112-8EBE-DA3AFA99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02870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13335">
            <a:solidFill>
              <a:srgbClr val="C7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1E855-3AEE-45A0-8A3F-A7356DCB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906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Name: OPENAI_API_KEY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Value: sk-로 시작하는 본인의 OpenAI API 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Name: OPENAI_MODEL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Value: gpt-4.1-mini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696A0-40F2-492C-BF21-472B9C12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028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• 환경 변수는 Project Settings &gt; Environment Variables에서 추가합니다.</a:t>
            </a:r>
          </a:p>
          <a:p xmlns:a="http://schemas.openxmlformats.org/drawingml/2006/main">
            <a:pPr algn="l"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• Production, Preview, Development 모두 체크되어 있으면 좋습니다.</a:t>
            </a:r>
          </a:p>
          <a:p xmlns:a="http://schemas.openxmlformats.org/drawingml/2006/main">
            <a:pPr algn="l"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• 키를 추가하거나 바꾼 뒤에는 반드시 Redeploy 또는 새 push로 다시 배포합니다.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4A98C-8961-482F-98F4-EDFAF5D0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E7216-A1C1-4279-A481-77BC63FA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53991209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F1D71-B3A7-4CD0-935B-CBC7C7F9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오류 해결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F82C5-E10E-437A-86FC-C73174C6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Vercel 배포 오류도 차례대로 해결했습니다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6A128-36C9-4D05-B8B0-FE24EE52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72123-5769-483D-AD8F-07E747FD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첫 오류: No python entrypoint found. api/generate.py 구조를 Vercel이 제대로 진입점으로 보지 못했습니다.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수정: api/index.py로 엔드포인트를 정리했습니다.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다음 오류: Visit을 누르면 Error response 501 Unsupported method GET이 보였습니다.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원인: Vercel이 루트 페이지까지 Python 함수로 보내면서 GET 처리가 없었습니다.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최종 수정: api/index.py에 do_GET을 추가해 index.html, css, js, images 정적 파일을 응답하게 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9D1FB-A67A-4EC2-9BE0-A2E4349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9C54C-12E3-4349-BAB9-819503C7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28922129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C075A-5DF0-44E3-9E3E-B580CA16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코드 기록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F51B8-2364-463D-B730-9BCE68F5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최종 Vercel 설정 파일은 이렇게 정리했습니다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A2B92-93C1-4D03-A6B2-0B845746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78EC9-181C-42A6-8217-9AE3397C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0287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13335">
            <a:solidFill>
              <a:srgbClr val="C7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F4655-AF13-418F-A526-9AA536B8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906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{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  "functions": {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    "api/index.py": {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      "maxDuration": 60,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      "includeFiles": "{index.html,css/**,js/**,images/**}"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    }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  },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  "rewrites": [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    { "source": "/api/generate", "destination": "/api/index.py" }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  ]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B2CBA-1BA3-4F73-819D-2EC26572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157"/>
                </a:solidFill>
              </a:defRPr>
            </a:pPr>
            <a:r>
              <a:rPr sz="1575" b="1">
                <a:solidFill>
                  <a:srgbClr val="006157"/>
                </a:solidFill>
              </a:rPr>
              <a:t>파일 위치: F:\codyssey\hw_A\candyai-story-director\vercel.json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ECFC9-335F-4706-90DB-9F724BD1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A65BA-1A18-4DE7-BCCF-1C0FF94E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84732807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702D5-1A0B-4AF3-AA0E-24BF2B60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실습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F9D01-E8F0-46D4-AA54-72E7173F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스마트폰에서 배포 앱을 확인하는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6CC8D-AA60-402A-BC1B-4169E525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C50C1-FB2B-4D69-A28B-96D9AC77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0287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1. Vercel 프로젝트 Overview에서 Visit을 누릅니다.</a:t>
            </a:r>
          </a:p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2. 열린 웹사이트 주소를 복사합니다.</a:t>
            </a:r>
          </a:p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3. 스마트폰 카카오톡 나에게 보내기, 문자, 이메일 중 편한 곳으로 주소를 보냅니다.</a:t>
            </a:r>
          </a:p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4. 스마트폰에서 주소를 누릅니다.</a:t>
            </a:r>
          </a:p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5. 상단 버튼 5개가 같은 규격인지 확인합니다.</a:t>
            </a:r>
          </a:p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6. 제목이 '이미지·영상 생성 / 프롬프트 작성 앱'으로 보이는지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E84AE-D47A-4EC9-B7F7-C136BD96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13335">
            <a:solidFill>
              <a:srgbClr val="C7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B48A8-7F07-4C1A-BD48-4A01EC24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007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최종 확인 주소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https://candyai-story-director-seven.vercel.app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1F67E-2505-4F8C-852E-E2BB752B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3E60B-3438-4DC8-BC58-49249A77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89656488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57FB9-4CA9-4A55-B2F7-1A763A5A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증빙 자료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DAAA9-8FD9-4919-9084-E32C5A89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반드시 찍어야 하는 제출 캡쳐 제목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326BD-DF46-49A7-9441-1908636B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16113-EFCC-4B6B-B98F-27E59776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10287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캡처 1. 데스크톱 홈 화면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캡처 2. 제작 입력 화면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캡처 3. 레퍼런스 이미지 업로드 화면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캡처 4. AI 입력 준비 화면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캡처 5. 스토리보드 결과 화면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캡처 6. 캐릭터 시트 결과 화면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캡처 7. 이미지/영상 프롬프트 결과 화면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캡처 8. 수노 음악 프롬프트 결과 화면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0C5C7-AEA2-4B54-A442-7C263D5D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6157"/>
                </a:solidFill>
              </a:defRPr>
            </a:pPr>
            <a:r>
              <a:rPr sz="1650" b="1">
                <a:solidFill>
                  <a:srgbClr val="006157"/>
                </a:solidFill>
              </a:rPr>
              <a:t>파일명은 01, 02, 03처럼 앞에 번호를 붙이면 GitHub와 제출 문서에서 순서가 흐트러지지 않습니다.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689A0-D4E9-4783-95C3-B18BE567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B6F3D-8E53-4405-BE32-3FD2BA36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85495408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5A1B3-E278-4BD4-9379-0FE79384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증빙 자료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25682-D312-4B32-8381-0A53780B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추가로 찍어야 하는 제출 캡쳐 제목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25497-D1E2-4100-88BB-93FFF568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7CECA-4F45-48A0-9355-87EE5DF2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10287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캡처 9. 빈 입력 오류 처리 화면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캡처 10. 모바일 반응형 화면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캡처 11. GitHub 저장소 업로드 완료 화면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캡처 12. Vercel 배포 성공 화면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캡처 13. Vercel Visit으로 실제 웹사이트 열린 화면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캡처 14. AI 코딩 도구 사용 과정 1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캡처 15. AI 코딩 도구 사용 과정 2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캡처 16. AI 코딩 도구 사용 과정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08C68-0C9F-43F6-B931-A9F2DE15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10287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7F5"/>
          </a:solidFill>
          <a:ln xmlns:a="http://schemas.openxmlformats.org/drawingml/2006/main" w="13335">
            <a:solidFill>
              <a:srgbClr val="C7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2E5F8-F1AC-4570-8E98-F1F038D3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197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마크다운 예시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### 캡처 12. Vercel 배포 성공 화면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- 파일명: `12_vercel_deploy_success.png`</a:t>
            </a:r>
          </a:p>
          <a:p xmlns:a="http://schemas.openxmlformats.org/drawingml/2006/main">
            <a:pPr algn="l">
              <a:defRPr sz="1200" b="0">
                <a:solidFill>
                  <a:srgbClr val="173A38"/>
                </a:solidFill>
              </a:defRPr>
            </a:pPr>
            <a:r>
              <a:rPr sz="1200" b="0">
                <a:solidFill>
                  <a:srgbClr val="173A38"/>
                </a:solidFill>
              </a:rPr>
              <a:t>- 설명: Vercel에서 Production Deployment가 Ready로 표시된 장면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74D14-6E64-49D7-B380-6CE8B4C7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D0A35-B0FB-41DE-A294-650A0E07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6086168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42E0F-A2EC-4C97-A193-CF404DA9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제출 문서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9ABBF-9DE9-4FF9-AA40-CB08D7F2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README.md에 꼭 들어가야 하는 내용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15998-2AF3-404E-BF95-3E1EC4A6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37F11-D689-430C-8B65-848B3A47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10287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서비스 소개: StoryForge Prompt Studio가 무엇을 만드는 앱인지 설명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기술 스택: HTML, CSS, JavaScript, Python Serverless Function, OpenAI API, Vercel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실행 방법: python -m http.server 8000, 배포 후 Vercel URL 사용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환경 변수: OPENAI_API_KEY, OPENAI_MODEL 설정 방법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배포 URL과 GitHub 저장소 URL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AI 기능의 입력, 처리, 출력 흐름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0A6FD-B95B-4191-832F-31B7E577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A9AD0-70F7-4126-9165-22351F44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88498463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FB519-1717-4452-B557-8D4EE4B0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제출 문서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E60D7-4D0E-48FC-B41D-255A16D9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서비스 기획서에는 평가 기준을 직접 매핑합니다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58835-2157-4293-B751-9DAEC251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DA568-BB11-45A2-B388-42B06394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서비스 목적: 한 줄 이야기 아이디어를 전문 프롬프트 패키지로 확장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타겟 사용자: 동화책 작가, 교육 콘텐츠 제작자, AI 이미지/영상 입문자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페이지 구성: 홈, 프롬프트 작성, 캐릭터시트, 스토리보드, 프롬프트, 음악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핵심 기능: 장면별 스토리보드와 도구별 이미지/영상 프롬프트</a:t>
            </a:r>
          </a:p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• 실패 처리: 빈 입력, 도구 미선택, 이미지 5개 초과, API 오류, 타임아웃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085DE-F7F6-404D-B141-A9275ACE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0D37C-29EC-45E7-9A8A-C6E0995F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58938518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521DD-4DEB-4A8C-A3E5-6FD4D849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제출 전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13861-FA6A-45F3-B1A1-D9AB8E38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최종 확인 체크리스트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97C16-582E-4DE9-9DBA-06C8E9C8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DC495-E131-4C7E-B796-6E9D66F9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04975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BDB6A7"/>
          </a:solidFill>
          <a:ln xmlns:a="http://schemas.openxmlformats.org/drawingml/2006/main" w="0">
            <a:solidFill>
              <a:srgbClr val="BDB6A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01CCF-4A39-4D36-9117-A2C1D629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D8D0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373D0-B8C7-4BC7-9EF0-307C0F89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240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6157"/>
                </a:solidFill>
              </a:defRPr>
            </a:pPr>
            <a:r>
              <a:rPr sz="2025" b="1">
                <a:solidFill>
                  <a:srgbClr val="006157"/>
                </a:solidFill>
              </a:rPr>
              <a:t>앱 동작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05976-6403-468E-A498-0AAC42A8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메뉴 이동 가능</a:t>
            </a:r>
          </a:p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모바일에서 깨짐 없음</a:t>
            </a:r>
          </a:p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입력 → 결과 출력 확인</a:t>
            </a:r>
          </a:p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빈 입력 오류 안내 확인</a:t>
            </a:r>
          </a:p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복사/수정/삭제 버튼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39461-966F-4840-BE5A-026CCF34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04975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BDB6A7"/>
          </a:solidFill>
          <a:ln xmlns:a="http://schemas.openxmlformats.org/drawingml/2006/main" w="0">
            <a:solidFill>
              <a:srgbClr val="BDB6A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9AABC-8F49-4790-9D9F-7666F8AD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38300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D8D0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967D6-F5E3-45AC-AB7D-59E80731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240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6157"/>
                </a:solidFill>
              </a:defRPr>
            </a:pPr>
            <a:r>
              <a:rPr sz="2025" b="1">
                <a:solidFill>
                  <a:srgbClr val="006157"/>
                </a:solidFill>
              </a:rPr>
              <a:t>제출 자료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15E3D-E861-42FC-91B4-7EA52155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1935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Vercel URL</a:t>
            </a:r>
          </a:p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GitHub URL</a:t>
            </a:r>
          </a:p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README.md</a:t>
            </a:r>
          </a:p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docs/service_plan.md</a:t>
            </a:r>
          </a:p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스크린샷 폴더</a:t>
            </a:r>
          </a:p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AI 코딩 도구 증빙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106191-9E89-41CA-9D11-49EE8994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35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C380B0-B4F4-4B06-8C7B-D1BD0F01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77958874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D021FF-3D80-4C28-916A-45A3FCEF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오류 해결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91221-6903-48B0-B72A-B7AA5205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따라 하다가 막히면 이 표부터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17659-FF7A-45E8-8D73-B69DB492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6E418-46E1-4591-AF9E-A41CC2ED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BF8"/>
          </a:solidFill>
          <a:ln xmlns:a="http://schemas.openxmlformats.org/drawingml/2006/main" w="13335">
            <a:solidFill>
              <a:srgbClr val="D8D0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5CFE3-E62D-460F-A743-630AC71C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632"/>
                </a:solidFill>
              </a:defRPr>
            </a:pPr>
            <a:r>
              <a:rPr sz="1350" b="1">
                <a:solidFill>
                  <a:srgbClr val="C84632"/>
                </a:solidFill>
              </a:rPr>
              <a:t>localhost 연결 거부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568BC-2CA4-4882-A6EB-8A75FF79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</a:defRPr>
            </a:pPr>
            <a:r>
              <a:rPr sz="1275" b="0">
                <a:solidFill>
                  <a:srgbClr val="1F2933"/>
                </a:solidFill>
              </a:rPr>
              <a:t>서버가 꺼졌거나 폴더 위치가 다름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0CF63-FD3C-4354-A187-937F63FE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71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157"/>
                </a:solidFill>
              </a:defRPr>
            </a:pPr>
            <a:r>
              <a:rPr sz="1275" b="1">
                <a:solidFill>
                  <a:srgbClr val="006157"/>
                </a:solidFill>
              </a:rPr>
              <a:t>python -m http.server 8000 재실행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53018-562D-4009-B7C1-EF3A9F24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BF8"/>
          </a:solidFill>
          <a:ln xmlns:a="http://schemas.openxmlformats.org/drawingml/2006/main" w="13335">
            <a:solidFill>
              <a:srgbClr val="D8D0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3501B-E4B1-4A08-8F89-A09523EE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632"/>
                </a:solidFill>
              </a:defRPr>
            </a:pPr>
            <a:r>
              <a:rPr sz="1350" b="1">
                <a:solidFill>
                  <a:srgbClr val="C84632"/>
                </a:solidFill>
              </a:rPr>
              <a:t>git add. 오류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8221B-422A-4232-AB47-D5707D34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</a:defRPr>
            </a:pPr>
            <a:r>
              <a:rPr sz="1275" b="0">
                <a:solidFill>
                  <a:srgbClr val="1F2933"/>
                </a:solidFill>
              </a:rPr>
              <a:t>add와 점 사이 공백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BA978-E736-4D1B-BCB0-E97DBF1E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52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157"/>
                </a:solidFill>
              </a:defRPr>
            </a:pPr>
            <a:r>
              <a:rPr sz="1275" b="1">
                <a:solidFill>
                  <a:srgbClr val="006157"/>
                </a:solidFill>
              </a:rPr>
              <a:t>git add . 입력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6B5C6-9CD4-4CC8-AB48-94926529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BF8"/>
          </a:solidFill>
          <a:ln xmlns:a="http://schemas.openxmlformats.org/drawingml/2006/main" w="13335">
            <a:solidFill>
              <a:srgbClr val="D8D0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0BC93-9724-4648-BD9E-CEF38F3A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632"/>
                </a:solidFill>
              </a:defRPr>
            </a:pPr>
            <a:r>
              <a:rPr sz="1350" b="1">
                <a:solidFill>
                  <a:srgbClr val="C84632"/>
                </a:solidFill>
              </a:rPr>
              <a:t>push rejected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18672E-AB36-4E6E-B6B6-D7D42316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</a:defRPr>
            </a:pPr>
            <a:r>
              <a:rPr sz="1275" b="0">
                <a:solidFill>
                  <a:srgbClr val="1F2933"/>
                </a:solidFill>
              </a:rPr>
              <a:t>원격 저장소에 먼저 올라간 파일 존재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D0CD8-D8ED-423F-88FC-F0B082B3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3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157"/>
                </a:solidFill>
              </a:defRPr>
            </a:pPr>
            <a:r>
              <a:rPr sz="1275" b="1">
                <a:solidFill>
                  <a:srgbClr val="006157"/>
                </a:solidFill>
              </a:rPr>
              <a:t>git pull --rebase origin main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1E6B9-F6FE-4E59-835C-85B9B935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BF8"/>
          </a:solidFill>
          <a:ln xmlns:a="http://schemas.openxmlformats.org/drawingml/2006/main" w="13335">
            <a:solidFill>
              <a:srgbClr val="D8D0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94601-F61D-4AB9-8D91-B7E3F8B0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632"/>
                </a:solidFill>
              </a:defRPr>
            </a:pPr>
            <a:r>
              <a:rPr sz="1350" b="1">
                <a:solidFill>
                  <a:srgbClr val="C84632"/>
                </a:solidFill>
              </a:rPr>
              <a:t>Vercel 501 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A435CC-724A-42DE-8143-7B9D3D4D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14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</a:defRPr>
            </a:pPr>
            <a:r>
              <a:rPr sz="1275" b="0">
                <a:solidFill>
                  <a:srgbClr val="1F2933"/>
                </a:solidFill>
              </a:rPr>
              <a:t>정적 페이지가 API 함수로 라우팅됨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BE4B3-52CC-4F4B-9578-4F71B079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14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157"/>
                </a:solidFill>
              </a:defRPr>
            </a:pPr>
            <a:r>
              <a:rPr sz="1275" b="1">
                <a:solidFill>
                  <a:srgbClr val="006157"/>
                </a:solidFill>
              </a:rPr>
              <a:t>api/index.py do_GET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70DF49-BDEF-4342-8B61-CEC75757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BF8"/>
          </a:solidFill>
          <a:ln xmlns:a="http://schemas.openxmlformats.org/drawingml/2006/main" w="13335">
            <a:solidFill>
              <a:srgbClr val="D8D0C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46A03-1B4A-460A-8697-BDBB3FFB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632"/>
                </a:solidFill>
              </a:defRPr>
            </a:pPr>
            <a:r>
              <a:rPr sz="1350" b="1">
                <a:solidFill>
                  <a:srgbClr val="C84632"/>
                </a:solidFill>
              </a:rPr>
              <a:t>영문에 한글 섞임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B57C21-7FFF-4338-BE18-D3005424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95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</a:defRPr>
            </a:pPr>
            <a:r>
              <a:rPr sz="1275" b="0">
                <a:solidFill>
                  <a:srgbClr val="1F2933"/>
                </a:solidFill>
              </a:rPr>
              <a:t>영문/한글 필드 분리 부족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C097D3-06C8-4546-9657-1F528E22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95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157"/>
                </a:solidFill>
              </a:defRPr>
            </a:pPr>
            <a:r>
              <a:rPr sz="1275" b="1">
                <a:solidFill>
                  <a:srgbClr val="006157"/>
                </a:solidFill>
              </a:rPr>
              <a:t>EN/KR 결과 필드 분리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F53222-DEDB-41CB-87F0-0CA4E711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36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A56F95-86BD-4E3B-8913-17B5B1F6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21498136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57A2D-6A8C-43E6-B889-A4D39111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4632"/>
                </a:solidFill>
              </a:defRPr>
            </a:pPr>
            <a:r>
              <a:rPr sz="1050" b="1">
                <a:solidFill>
                  <a:srgbClr val="C84632"/>
                </a:solidFill>
              </a:rPr>
              <a:t>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47AC1-9BE9-403F-9B72-7B305A54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</a:defRPr>
            </a:pPr>
            <a:r>
              <a:rPr sz="2850" b="1">
                <a:solidFill>
                  <a:srgbClr val="1F2933"/>
                </a:solidFill>
              </a:rPr>
              <a:t>이 교재의 마지막 행동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E6BF5-3D41-4309-812C-62C96F0D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E753A-3BE1-4EE2-B05B-F8E1E44D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028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1. GitHub 저장소에서 파일들이 보이는지 확인합니다.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2. Vercel URL을 열어 데스크톱과 스마트폰에서 테스트합니다.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3. 필수 캡쳐를 번호대로 저장합니다.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4. README.md와 docs/service_plan.md를 제출 패키지에 포함합니다.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5. 과제 제출 문서에 Vercel URL과 GitHub URL을 붙여 넣습니다.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88C6E-E9DD-4C7F-8104-CF56CDEE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72025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BDB6A7"/>
          </a:solidFill>
          <a:ln xmlns:a="http://schemas.openxmlformats.org/drawingml/2006/main" w="0">
            <a:solidFill>
              <a:srgbClr val="BDB6A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D5F6B-3875-4085-9F7B-E6B64C2A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0897B"/>
          </a:solidFill>
          <a:ln xmlns:a="http://schemas.openxmlformats.org/drawingml/2006/main" w="13335">
            <a:solidFill>
              <a:srgbClr val="0061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EEB15-9140-482A-8BFE-17AA651B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완성 URL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00358-E23C-4FC4-8F45-DF006219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006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6157"/>
                </a:solidFill>
              </a:defRPr>
            </a:pPr>
            <a:r>
              <a:rPr sz="1875" b="1">
                <a:solidFill>
                  <a:srgbClr val="006157"/>
                </a:solidFill>
              </a:rPr>
              <a:t>https://candyai-story-director-seven.vercel.app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335C5-060D-4D6F-9314-0E92FD42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StoryForge 제작 교재 · 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ADCB2-9ED8-4B76-8F30-6F7594E5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A7A"/>
                </a:solidFill>
              </a:defRPr>
            </a:pPr>
            <a:r>
              <a:rPr sz="975" b="0">
                <a:solidFill>
                  <a:srgbClr val="687A7A"/>
                </a:solidFill>
              </a:rPr>
              <a:t>Candyaflex AI 디지털 융합 아카데미</a:t>
            </a:r>
          </a:p>
        </p:txBody>
      </p:sp>
    </p:spTree>
    <p:extLst>
      <p:ext uri="{BB962C8B-B14F-4D97-AF65-F5344CB8AC3E}">
        <p14:creationId xmlns:p14="http://schemas.microsoft.com/office/powerpoint/2010/main" val="1848345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2026-08-26T23:32:32.9940000Z</dcterms:created>
  <dcterms:modified xsi:type="dcterms:W3CDTF">2026-08-26T23:32:32.9940000Z</dcterms:modified>
</coreProperties>
</file>